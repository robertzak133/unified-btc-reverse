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0"/>
  </p:normalViewPr>
  <p:slideViewPr>
    <p:cSldViewPr snapToGrid="0">
      <p:cViewPr>
        <p:scale>
          <a:sx n="400" d="100"/>
          <a:sy n="400" d="100"/>
        </p:scale>
        <p:origin x="-11384" y="-4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2D1A-9F46-A562-41F4-6D5E62057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671AA-7974-1C7F-44E9-1B22CAE6A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9951A-6D79-5186-5A9B-B62753B8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FF5A0-8B5F-9F5B-6BB8-415E9E10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12336-645F-FF3F-47E1-9668F24E5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4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DFB5-27C6-5F78-A437-BB526916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2F484-D2F4-06F9-C00A-5B8921600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F6265-0B75-4BFC-4B1A-04F1F84B9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EF210-A6EB-5DBB-FE69-F28A59DFE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94CD2-D266-1EAE-2DEE-F39D256B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1F38-4EEF-3B00-0D10-A28BA92D0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D41D4-F369-6EF5-8BF6-8B4074725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C28AC-2DDC-7537-3994-95E5CEF2D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E5B51-367D-CD88-3DE4-1689C92D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4B064-AAC6-F464-CCA6-C9A35AB2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4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F4DAB-DA1A-7928-94C2-08A6ED60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DFCD9-3B74-88D0-CB95-13E0970EE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B9E66-92F6-837C-EF9A-4E3C55729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02654-200A-07BC-6D5B-5B849530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DB853-9DD2-1A44-1290-65BE0679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A9F8-416C-2F34-5988-72D041D4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6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3AF4-D1A6-5728-01DD-B230CF32E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A16B6-708D-5E1F-CC1D-CB965DB9F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648E1-9151-5845-0DBB-8A142A916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DA921-6A68-31BF-886C-66F2CC9B2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089FE-6C67-FE1D-696B-789FE83E4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6385ED-468C-980C-4095-C0200E9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E183B-9105-7C5E-D346-9ABA0B73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0EC50E-2107-7E56-C366-190DC71C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4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AE137-E0AE-8983-8BFF-0F7E74AC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46052-8358-8FFF-ED7D-8A4247FE0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90B54-B4D9-79DE-2EB3-CA83B3EC9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596EB-61D0-2CA8-7496-63532C00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9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57988B-6C93-2852-BFDA-7C321E28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9B05F-0A74-55FF-27F3-11BE7A51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62D8F-FED1-6CDE-590D-F9763457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1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F1D9-B7C4-4534-40FC-649FDB09A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1EEAD-BA72-13D9-EADE-77CBD02F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83E2E-BE96-3107-1EF6-711CBF737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46A9B-5554-C777-81FE-5CF9AFF2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DFF3E-9DEE-DF00-BF75-F92B7C89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F4D71-C21D-4A4D-EEF4-2C0AB280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4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82AC2-B68B-D1FD-BA47-77BA023C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A0C646-B1EE-F6AD-F011-49AD5AAEC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8FD28-22C7-FDC4-C0A7-B5236D4D6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82EF6-13C4-4DB6-ADAC-D6B58739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FD9C7-BE74-2EFD-CE22-0DE5D625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82675-FB71-A14A-EB31-0CFEE989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95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F402-1EB9-DE56-3F78-F51211EE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3837D-AE8D-5666-E546-D3899A52E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DE022-287C-F273-8900-AAEFFCBA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CE19E-F548-66E9-21F4-6916BB06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4FFDD-79AC-46B7-273E-461EB7A07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23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14C2EF-2619-92BD-C054-862C7916CB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C4108-88F1-6900-8719-B4827E730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ED7FE-5610-6BCD-6BA6-B7C0B221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DD9D5-EDEA-1034-7E68-9598105B5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1E2F9-3E82-24F3-F0F3-3A778206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6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230BA-87FC-502B-8932-30E744CC6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1EE66-4B80-6CB0-3E0F-922C7FEE8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1B121-C494-EF15-7486-A8D4927D5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BACF2-4299-E24A-8E50-11CE9444EEE4}" type="datetimeFigureOut">
              <a:rPr lang="en-US" smtClean="0"/>
              <a:t>3/27/25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85B76-CFFA-409F-E266-270F6C9AE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B676A-F128-A35E-205A-9EFDD5156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82C12-38B6-0541-AE04-9F6ED401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1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9270E-6BA4-6697-2012-F06A19435A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Browning Trail Camera PCB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88BE7-FF0D-4446-70D6-1164F2EEB9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BTC{7,8}{E, E-HP4, E-HP5}</a:t>
            </a:r>
          </a:p>
        </p:txBody>
      </p:sp>
    </p:spTree>
    <p:extLst>
      <p:ext uri="{BB962C8B-B14F-4D97-AF65-F5344CB8AC3E}">
        <p14:creationId xmlns:p14="http://schemas.microsoft.com/office/powerpoint/2010/main" val="3298564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BBD3-A814-014D-A283-A9ECA4B98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BTC-7E-HP5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500E3-A3AA-191C-7B2D-EE2213ADB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56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38DEC-0E3F-C995-B15F-ABD9A1CE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E143-0EB9-5846-EAC4-4AD91822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78E-HP5_MAIN 20210826_V2_0</a:t>
            </a:r>
          </a:p>
        </p:txBody>
      </p:sp>
      <p:pic>
        <p:nvPicPr>
          <p:cNvPr id="6" name="Content Placeholder 5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CD0C65F6-E10A-AA6B-70CD-F4CC5D789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0402" y="1825625"/>
            <a:ext cx="4191196" cy="4351338"/>
          </a:xfrm>
        </p:spPr>
      </p:pic>
    </p:spTree>
    <p:extLst>
      <p:ext uri="{BB962C8B-B14F-4D97-AF65-F5344CB8AC3E}">
        <p14:creationId xmlns:p14="http://schemas.microsoft.com/office/powerpoint/2010/main" val="1604372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BD99-CEAD-6F59-7962-D78F5F1B0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78E-HP5_MAIN 220919_V3_1</a:t>
            </a:r>
          </a:p>
        </p:txBody>
      </p:sp>
      <p:pic>
        <p:nvPicPr>
          <p:cNvPr id="9" name="Content Placeholder 8" descr="The inside of a computer device&#10;&#10;AI-generated content may be incorrect.">
            <a:extLst>
              <a:ext uri="{FF2B5EF4-FFF2-40B4-BE49-F238E27FC236}">
                <a16:creationId xmlns:a16="http://schemas.microsoft.com/office/drawing/2014/main" id="{360BC1F7-CFF4-759D-01C5-D539CFC2C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0933" y="1825625"/>
            <a:ext cx="4110133" cy="4351338"/>
          </a:xfrm>
        </p:spPr>
      </p:pic>
    </p:spTree>
    <p:extLst>
      <p:ext uri="{BB962C8B-B14F-4D97-AF65-F5344CB8AC3E}">
        <p14:creationId xmlns:p14="http://schemas.microsoft.com/office/powerpoint/2010/main" val="2284658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A4602-39C1-A89C-AA89-DA6C3DB8D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A6112-A7B0-61B0-E105-775EA2090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78E-HP5_MAIN 220919_V3_1Test Points</a:t>
            </a:r>
          </a:p>
        </p:txBody>
      </p:sp>
      <p:pic>
        <p:nvPicPr>
          <p:cNvPr id="9" name="Content Placeholder 8" descr="The inside of a computer device&#10;&#10;AI-generated content may be incorrect.">
            <a:extLst>
              <a:ext uri="{FF2B5EF4-FFF2-40B4-BE49-F238E27FC236}">
                <a16:creationId xmlns:a16="http://schemas.microsoft.com/office/drawing/2014/main" id="{B4DA1D64-A0F8-7E20-5BEF-CB868397A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0933" y="1825625"/>
            <a:ext cx="4110133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C72CB8-3611-2377-1879-B61685F2AF3A}"/>
              </a:ext>
            </a:extLst>
          </p:cNvPr>
          <p:cNvSpPr txBox="1"/>
          <p:nvPr/>
        </p:nvSpPr>
        <p:spPr>
          <a:xfrm>
            <a:off x="5092700" y="2324100"/>
            <a:ext cx="152400" cy="230832"/>
          </a:xfrm>
          <a:prstGeom prst="rect">
            <a:avLst/>
          </a:prstGeom>
          <a:solidFill>
            <a:srgbClr val="FFFF00">
              <a:alpha val="6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3528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0BB1-4564-082D-F8B7-7E2C1EE8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F5D9F-C363-D377-C6B9-3CA554B0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78E-HP5_MAIN DIFF</a:t>
            </a:r>
          </a:p>
        </p:txBody>
      </p:sp>
      <p:pic>
        <p:nvPicPr>
          <p:cNvPr id="9" name="Content Placeholder 8" descr="The inside of a computer device&#10;&#10;AI-generated content may be incorrect.">
            <a:extLst>
              <a:ext uri="{FF2B5EF4-FFF2-40B4-BE49-F238E27FC236}">
                <a16:creationId xmlns:a16="http://schemas.microsoft.com/office/drawing/2014/main" id="{0F7EEE2B-8433-A297-BD1A-D6884FB6E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0933" y="1825625"/>
            <a:ext cx="4110133" cy="4351338"/>
          </a:xfrm>
        </p:spPr>
      </p:pic>
      <p:pic>
        <p:nvPicPr>
          <p:cNvPr id="4" name="Picture 3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17663E88-30C3-DB63-6CA7-1D4D1A1C9F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4067175" y="1930400"/>
            <a:ext cx="4035697" cy="422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97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39</Words>
  <Application>Microsoft Macintosh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Browning Trail Camera PCB</vt:lpstr>
      <vt:lpstr>BTC-7E-HP5</vt:lpstr>
      <vt:lpstr>78E-HP5_MAIN 20210826_V2_0</vt:lpstr>
      <vt:lpstr>78E-HP5_MAIN 220919_V3_1</vt:lpstr>
      <vt:lpstr>78E-HP5_MAIN 220919_V3_1Test Points</vt:lpstr>
      <vt:lpstr>78E-HP5_MAIN DIFF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</cp:revision>
  <dcterms:created xsi:type="dcterms:W3CDTF">2025-03-27T23:33:36Z</dcterms:created>
  <dcterms:modified xsi:type="dcterms:W3CDTF">2025-03-27T23:49:38Z</dcterms:modified>
</cp:coreProperties>
</file>